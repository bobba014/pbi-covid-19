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1DAB-1EB9-2571-FE15-A3602D21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69139-CAD5-47A5-7550-D43536C2C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PROFESSOR:- </a:t>
            </a:r>
            <a:r>
              <a:rPr lang="en-US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TEMIDAYO OSATUYI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By:- Karthikeya Bobba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GUID:- 3186070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Type:- Individual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On:- COVID-19 Behaviors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425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US Tracking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Visual Summary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USAFacts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includes the following visuals: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COVID-19 metrics by state (Confirmed Cases, Deaths, Fatality Rate)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Choropleth Map: State-level confirmed cases and deaths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Charts: Daily trends of confirmed cases and deaths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and Methodology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USAFacts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CDC)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ef8c7ee-db50-43bc-ad8a-e8ebd9962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594851"/>
            <a:ext cx="8940800" cy="56879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State-wise COVID-19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horizontal bar chart compares U.S. states on three key metrics: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Confirmed Cases: Total number of reported COVID-19 cases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Deaths: Death toll attributed to COVID-19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Fatality Rate: Percentage of deaths relative to confirmed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Choropleth Map: Geographic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interactive map provides a visual breakdown of COVID-19 cases or deaths by state: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intensity shows the magnitude of cases or deaths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click on a state to explore county-level data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regional hotspots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Charts: Daily COVID-19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 charts show the daily increments in cases and deaths: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Cases: Visualizes spikes and waves in infection rates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Deaths: Helps track fatality trends over time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monitoring surges and recovery phases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and methodology used in this dashboard include: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aggregated from the CDC and state/local public health agencies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County-level validation ensures localized accuracy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reflects data available up to July 19, 2021</a:t>
            </a: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USAFacts.org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273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DATA VISUALIZATION</vt:lpstr>
      <vt:lpstr>COVID-19 US Tracking Dashboard</vt:lpstr>
      <vt:lpstr>Dashboard Overview</vt:lpstr>
      <vt:lpstr>PowerPoint Presentation</vt:lpstr>
      <vt:lpstr>Bar Chart: State-wise COVID-19 Metrics</vt:lpstr>
      <vt:lpstr>Choropleth Map: Geographic Impact</vt:lpstr>
      <vt:lpstr>Line Charts: Daily COVID-19 Trends</vt:lpstr>
      <vt:lpstr>Data Source &amp; Methodology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chavan Devabhaktini</dc:creator>
  <cp:keywords/>
  <dc:description>generated using python-pptx</dc:description>
  <cp:lastModifiedBy>lokesh chavan Devabhaktini</cp:lastModifiedBy>
  <cp:revision>2</cp:revision>
  <dcterms:created xsi:type="dcterms:W3CDTF">2013-01-27T09:14:16Z</dcterms:created>
  <dcterms:modified xsi:type="dcterms:W3CDTF">2025-04-19T01:27:15Z</dcterms:modified>
  <cp:category/>
</cp:coreProperties>
</file>